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FY27 Pipeline $M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Americas</c:v>
                </c:pt>
                <c:pt idx="1">
                  <c:v>EMEA</c:v>
                </c:pt>
                <c:pt idx="2">
                  <c:v>APAC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480</c:v>
                </c:pt>
                <c:pt idx="2">
                  <c:v>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Aurora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FY27 Q1 Operating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FY27 Q1 revenue projection: $487M (+18% YoY)</a:t>
            </a:r>
          </a:p>
          <a:p>
            <a:r>
              <a:t>Q2 stretch target: $540M</a:t>
            </a:r>
          </a:p>
          <a:p>
            <a:r>
              <a:t>Full-year FY27 budget: $2.1B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